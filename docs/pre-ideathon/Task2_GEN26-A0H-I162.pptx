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8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Peak-hour energy scheduling for small manufacturers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65760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Team Name – </a:t>
            </a:r>
            <a:r>
              <a:rPr lang="en-US" sz="1500" dirty="0">
                <a:solidFill>
                  <a:schemeClr val="bg1"/>
                </a:solidFill>
              </a:rPr>
              <a:t>KDSV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Team Members – </a:t>
            </a:r>
            <a:r>
              <a:rPr lang="en-US" sz="1500" dirty="0">
                <a:solidFill>
                  <a:schemeClr val="bg1"/>
                </a:solidFill>
              </a:rPr>
              <a:t>Saswanth (Team Leader), Karun, Deveshvar, Mohammed Rakshan (CB.SC.U4CSE26228)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Selected Domain – </a:t>
            </a:r>
            <a:r>
              <a:rPr lang="en-US" sz="1500" dirty="0">
                <a:solidFill>
                  <a:schemeClr val="bg1"/>
                </a:solidFill>
              </a:rPr>
              <a:t>Domain 3: Advanced Materials, Manufacturing &amp; Industrial Innovation</a:t>
            </a:r>
            <a:endParaRPr lang="en-US" sz="1500" dirty="0"/>
          </a:p>
          <a:p>
            <a:pPr marL="279400" indent="-279400">
              <a:spcAft>
                <a:spcPts val="10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Problem Statement – </a:t>
            </a:r>
            <a:r>
              <a:rPr lang="en-US" sz="1500" dirty="0">
                <a:solidFill>
                  <a:schemeClr val="bg1"/>
                </a:solidFill>
              </a:rPr>
              <a:t>How can small manufacturers cut electricity costs by scheduling machines away from costly peak hours, without reducing production?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Small factories pay peak prices because machines run by habit, not by tariff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Who: </a:t>
            </a:r>
            <a:r>
              <a:rPr lang="en-US" sz="1800" dirty="0">
                <a:solidFill>
                  <a:schemeClr val="tx1"/>
                </a:solidFill>
              </a:rPr>
              <a:t>Small and medium manufacturers, such as foundries, pump and motor makers and workshops, that run heavy electrical machines.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The rule: </a:t>
            </a:r>
            <a:r>
              <a:rPr lang="en-US" sz="1800" dirty="0">
                <a:solidFill>
                  <a:schemeClr val="tx1"/>
                </a:solidFill>
              </a:rPr>
              <a:t>Industrial electricity is often billed with time-of-day rates and charges based on maximum demand, so running machines at the wrong hours costs more.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The gap: </a:t>
            </a:r>
            <a:r>
              <a:rPr lang="en-US" sz="1800" dirty="0">
                <a:solidFill>
                  <a:schemeClr val="tx1"/>
                </a:solidFill>
              </a:rPr>
              <a:t>Machines are scheduled by habit and shift convenience, not by electricity price. Owners see only one total bill a month, so they cannot tell which machines or hours cost the most.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Why it matters now: </a:t>
            </a:r>
            <a:r>
              <a:rPr lang="en-US" sz="1800" dirty="0">
                <a:solidFill>
                  <a:schemeClr val="tx1"/>
                </a:solidFill>
              </a:rPr>
              <a:t>Energy is a major running cost and margins are thin, so cutting the bill usually means cutting output.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What needs to be solved: </a:t>
            </a:r>
            <a:r>
              <a:rPr lang="en-US" sz="1800" dirty="0">
                <a:solidFill>
                  <a:schemeClr val="tx1"/>
                </a:solidFill>
              </a:rPr>
              <a:t>How can a small manufacturer use data it already has (bills, shift timings, machine list) to schedule heavy machines away from peak hours and lower energy cost without reducing production?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3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Primary users / target group: </a:t>
            </a:r>
            <a:r>
              <a:rPr lang="en-US" sz="1800" dirty="0">
                <a:solidFill>
                  <a:schemeClr val="tx1"/>
                </a:solidFill>
              </a:rPr>
              <a:t>Owners and production supervisors of small and medium manufacturing units (foundries, pump and motor makers, workshops) that pay time-of-day electricity tariffs.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Secondary stakeholders: </a:t>
            </a:r>
            <a:r>
              <a:rPr lang="en-US" sz="1800" dirty="0">
                <a:solidFill>
                  <a:schemeClr val="tx1"/>
                </a:solidFill>
              </a:rPr>
              <a:t>Machine operators and shift staff, maintenance electricians, accounts staff who handle the bill, industry associations, and the power distribution company that must meet peak demand.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Who benefits if the problem is solved? </a:t>
            </a:r>
            <a:r>
              <a:rPr lang="en-US" sz="1800" dirty="0">
                <a:solidFill>
                  <a:schemeClr val="tx1"/>
                </a:solidFill>
              </a:rPr>
              <a:t>Owners (lower bills, fewer demand-charge surprises), workers (planned, predictable shifts), the grid (flatter peak load) and the environment (less peak-hour generation).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Existing scenario and background: </a:t>
            </a:r>
            <a:r>
              <a:rPr lang="en-US" sz="1700" dirty="0">
                <a:solidFill>
                  <a:schemeClr val="tx1"/>
                </a:solidFill>
              </a:rPr>
              <a:t>Tamil Nadu bills industrial users with a peak-hour surcharge, a night-time rebate and a monthly maximum-demand charge. Small units run machines when it suits the shift, not the tariff.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Current workflow, step by step: </a:t>
            </a:r>
            <a:r>
              <a:rPr lang="en-US" sz="1700" dirty="0">
                <a:solidFill>
                  <a:schemeClr val="tx1"/>
                </a:solidFill>
              </a:rPr>
              <a:t>Jobs planned by shift convenience → machines start together when work begins → one monthly bill arrives → owner pays it without knowing which machine or hour caused the cost.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Main difficulties and bottlenecks: </a:t>
            </a:r>
            <a:r>
              <a:rPr lang="en-US" sz="1700" dirty="0">
                <a:solidFill>
                  <a:schemeClr val="tx1"/>
                </a:solidFill>
              </a:rPr>
              <a:t>Owners cannot see cost per machine or per hour. Heavy machines start together and create demand spikes. Moving work is risky when deadlines and shifts are tight.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Root causes behind them: </a:t>
            </a:r>
            <a:r>
              <a:rPr lang="en-US" sz="1700" dirty="0">
                <a:solidFill>
                  <a:schemeClr val="tx1"/>
                </a:solidFill>
              </a:rPr>
              <a:t>Only one monthly bill and no machine-level metering. Scheduling is done from experience and habit. Energy tools are built for large plants with smart meters and consultants, which small units cannot afford.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Consequences of leaving them unsolved: </a:t>
            </a:r>
            <a:r>
              <a:rPr lang="en-US" sz="1700" dirty="0">
                <a:solidFill>
                  <a:schemeClr val="tx1"/>
                </a:solidFill>
              </a:rPr>
              <a:t>Higher electricity bills every month, avoidable demand charges, thinner margins against larger competitors, and extra load on the grid at peak hours.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Existing methods, systems or alternatives: </a:t>
            </a:r>
            <a:r>
              <a:rPr lang="en-US" sz="1700" dirty="0">
                <a:solidFill>
                  <a:schemeClr val="tx1"/>
                </a:solidFill>
              </a:rPr>
              <a:t>Energy management systems with smart meters and dashboards, one-time energy audits by consultants, owners manually avoiding peak hours, and solar or battery installations.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Limitations of each: </a:t>
            </a:r>
            <a:r>
              <a:rPr lang="en-US" sz="1700" dirty="0">
                <a:solidFill>
                  <a:schemeClr val="tx1"/>
                </a:solidFill>
              </a:rPr>
              <a:t>Smart-meter systems need hardware and money. Audits are one-time and fade without follow-up. Manual avoidance relies on guesswork and risks missed deadlines. Solar and batteries need large capital and do not fix scheduling.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The gap they leave open: </a:t>
            </a:r>
            <a:r>
              <a:rPr lang="en-US" sz="1700" dirty="0">
                <a:solidFill>
                  <a:schemeClr val="tx1"/>
                </a:solidFill>
              </a:rPr>
              <a:t>No simple, low-cost tool for small units that turns the electricity bill and the day’s job list into a daily, deadline-safe machine schedule with proof of savings.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Hardware Requirements: </a:t>
            </a:r>
            <a:r>
              <a:rPr lang="en-US" sz="1700" dirty="0">
                <a:solidFill>
                  <a:schemeClr val="tx1"/>
                </a:solidFill>
              </a:rPr>
              <a:t>None to start: a smartphone to photograph the bill and receive messages. Later, optional low-cost energy meters or smart plugs on key machines to improve accuracy.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Software Requirements: </a:t>
            </a:r>
            <a:r>
              <a:rPr lang="en-US" sz="1700" dirty="0">
                <a:solidFill>
                  <a:schemeClr val="tx1"/>
                </a:solidFill>
              </a:rPr>
              <a:t>Bill reader (OCR / vision model), scheduling engine (Python, OR-Tools), a simple database, and a tariff rules file that can be updated when TNERC revises rates.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Other resources (including Human Resources): </a:t>
            </a:r>
            <a:r>
              <a:rPr lang="en-US" sz="1700" dirty="0">
                <a:solidFill>
                  <a:schemeClr val="tx1"/>
                </a:solidFill>
              </a:rPr>
              <a:t>A few sample electricity bills and machine lists from local units, feedback from owners and supervisors, guidance from a faculty mentor on tariffs</a:t>
            </a:r>
            <a:r>
              <a:rPr lang="en-US" sz="1700" dirty="0"/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KDSV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05740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our team intends to do: </a:t>
            </a:r>
            <a:r>
              <a:rPr lang="en-US" sz="1600" dirty="0">
                <a:solidFill>
                  <a:schemeClr val="tx1"/>
                </a:solidFill>
              </a:rPr>
              <a:t>Build </a:t>
            </a:r>
            <a:r>
              <a:rPr lang="en-IN" sz="1600" dirty="0"/>
              <a:t>a software-based solution that combines electricity-bill analysis, production scheduling, and demand-charge prediction, </a:t>
            </a:r>
            <a:r>
              <a:rPr lang="en-US" sz="1600" dirty="0">
                <a:solidFill>
                  <a:schemeClr val="tx1"/>
                </a:solidFill>
              </a:rPr>
              <a:t>the owner sends a photo of the electricity bill and a machine list; the tool reads the tariff, shows cost per machine and hour. </a:t>
            </a:r>
            <a:r>
              <a:rPr lang="en-IN" sz="1600" dirty="0"/>
              <a:t>Instead of simply telling factories to use less electricity, it tells them which machines to run, when to run them, and how to maintain the same production output at a lower electricity cost.</a:t>
            </a:r>
            <a:endParaRPr lang="en-US" sz="1600" dirty="0"/>
          </a:p>
          <a:p>
            <a:pPr marL="279400" indent="-2794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we want to improve: </a:t>
            </a:r>
            <a:r>
              <a:rPr lang="en-US" sz="1600" dirty="0">
                <a:solidFill>
                  <a:schemeClr val="tx1"/>
                </a:solidFill>
              </a:rPr>
              <a:t>Cost visibility, peak-hour usage and maximum demand, using only records the factory already has.</a:t>
            </a:r>
            <a:endParaRPr lang="en-US" sz="1600" dirty="0"/>
          </a:p>
          <a:p>
            <a:pPr marL="279400" indent="-2794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What successful improvement should achieve: </a:t>
            </a:r>
            <a:r>
              <a:rPr lang="en-US" sz="1600" dirty="0"/>
              <a:t>The aim is to reduce electricity costs through smarter machine scheduling and reduced peak-hour usage, helping manufacturers save money while maintaining production and meeting deadlines. Success will be measured by comparing electricity bills before and after implementation.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1005</Words>
  <Application>Microsoft Office PowerPoint</Application>
  <PresentationFormat>Widescreen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Saswanth K</cp:lastModifiedBy>
  <cp:revision>5</cp:revision>
  <dcterms:created xsi:type="dcterms:W3CDTF">2026-10-07T15:27:40Z</dcterms:created>
  <dcterms:modified xsi:type="dcterms:W3CDTF">2026-10-09T18:02:26Z</dcterms:modified>
</cp:coreProperties>
</file>